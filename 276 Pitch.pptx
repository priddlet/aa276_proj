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6bcfcd0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6bcfcd0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bcfcd0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bcfcd0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6bcfcd0d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6bcfcd0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550" y="869725"/>
            <a:ext cx="9096900" cy="22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BRT Safety Filtering for LLM-Generated Orbital Maneuver Plans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33400"/>
            <a:ext cx="8520600" cy="1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Tanis Priddle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AA276, 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52400" y="267750"/>
            <a:ext cx="5254200" cy="20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Problem:</a:t>
            </a:r>
            <a:r>
              <a:rPr lang="en" sz="1200">
                <a:solidFill>
                  <a:schemeClr val="lt2"/>
                </a:solidFill>
              </a:rPr>
              <a:t> 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There is increasing interest in the use of LLMs in autonomous mission planning and in the generation of maneuver sequences from natural language objectives; however, LLMs have no internal model of orbital mechanics or physical safety constraints (No formal framework exists that intercepts and corrects unsafe maneuver commands before execution!)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25" y="2207400"/>
            <a:ext cx="5327958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594525" y="188050"/>
            <a:ext cx="35730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2"/>
                </a:solidFill>
              </a:rPr>
              <a:t>Motivation 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-"/>
            </a:pPr>
            <a:r>
              <a:rPr lang="en" sz="1100">
                <a:solidFill>
                  <a:schemeClr val="lt2"/>
                </a:solidFill>
              </a:rPr>
              <a:t>Autonomous on-board planning is becoming a higher priority for deep-space and congested-LEO missions where ground-in-the-loop latency is restrictive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-"/>
            </a:pPr>
            <a:r>
              <a:rPr lang="en" sz="1100">
                <a:solidFill>
                  <a:schemeClr val="lt2"/>
                </a:solidFill>
              </a:rPr>
              <a:t>LLMs can articulate flexible mission intent in natural language but don't provide any safety guarantees -&gt; we need a safety layer before actuation!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-"/>
            </a:pPr>
            <a:r>
              <a:rPr lang="en" sz="1100">
                <a:solidFill>
                  <a:schemeClr val="lt2"/>
                </a:solidFill>
              </a:rPr>
              <a:t>Closing the gap between semantic planning (what the mission wants) and formal safety (what physics allows) 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2"/>
                </a:solidFill>
              </a:rPr>
              <a:t>Outcome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2"/>
                </a:solidFill>
              </a:rPr>
              <a:t>A pipeline where an LLM generates proximity maneuver plans from natural language mission specs, and a precomputed Backward Reachable Tube (BRT) acts as a safety filter to replace unsafe commanded states with minimum-norm safe alternatives. 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41700" y="103175"/>
            <a:ext cx="2743500" cy="52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 sz="923">
                <a:solidFill>
                  <a:schemeClr val="lt2"/>
                </a:solidFill>
              </a:rPr>
              <a:t>Approach</a:t>
            </a:r>
            <a:endParaRPr b="1" sz="9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</a:t>
            </a:r>
            <a:r>
              <a:rPr lang="en" sz="923">
                <a:solidFill>
                  <a:schemeClr val="lt2"/>
                </a:solidFill>
              </a:rPr>
              <a:t>Model relative motion between chaser and target using Clohessy-Wiltshire (CW) equations: 6D state </a:t>
            </a:r>
            <a:endParaRPr sz="9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Precompute the BRT offline using the hj-reachability grid-based solver, define the failure set as entry into an ellipsoidal keep-out zone around the target</a:t>
            </a:r>
            <a:endParaRPr sz="9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Prompt an LLM (via API) with mission specs to produce maneuver plans as JSON: {timestep, ΔV vector}. </a:t>
            </a:r>
            <a:endParaRPr sz="923">
              <a:solidFill>
                <a:schemeClr val="lt2"/>
              </a:solidFill>
            </a:endParaRPr>
          </a:p>
          <a:p>
            <a:pPr indent="0" lvl="0" marL="228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Vary prompts across approach angle, urgency, range to failure modes, etc</a:t>
            </a:r>
            <a:endParaRPr sz="9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</a:t>
            </a:r>
            <a:r>
              <a:rPr lang="en" sz="923">
                <a:solidFill>
                  <a:schemeClr val="lt2"/>
                </a:solidFill>
              </a:rPr>
              <a:t>Evaluate V(x) from the BRT at each step: if the resulting state is inside the BRT (unsafe), replace the command with the minimum-norm projection onto the BRT boundary</a:t>
            </a:r>
            <a:endParaRPr sz="9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Baseline comparison: same set of plans with no filter applied, and a simple rule-based planner (fixed radial burn) as a non-LLM anchor</a:t>
            </a:r>
            <a:endParaRPr sz="9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Metrics: fraction of plans intercepted by the filter, ΔV overhead introduced by corrections, mission success rate (did chaser reach target?) before and after filtering</a:t>
            </a:r>
            <a:endParaRPr sz="923">
              <a:solidFill>
                <a:schemeClr val="lt2"/>
              </a:solidFill>
            </a:endParaRPr>
          </a:p>
          <a:p>
            <a:pPr indent="0" lvl="0" marL="28575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23">
                <a:solidFill>
                  <a:schemeClr val="lt2"/>
                </a:solidFill>
              </a:rPr>
              <a:t>- </a:t>
            </a:r>
            <a:r>
              <a:rPr lang="en" sz="900">
                <a:solidFill>
                  <a:schemeClr val="lt2"/>
                </a:solidFill>
              </a:rPr>
              <a:t>Evaluate on 50-100 LLM-generated plans across varied scenarios.</a:t>
            </a:r>
            <a:endParaRPr sz="1630"/>
          </a:p>
        </p:txBody>
      </p:sp>
      <p:sp>
        <p:nvSpPr>
          <p:cNvPr id="68" name="Google Shape;68;p15"/>
          <p:cNvSpPr txBox="1"/>
          <p:nvPr/>
        </p:nvSpPr>
        <p:spPr>
          <a:xfrm>
            <a:off x="6581800" y="331325"/>
            <a:ext cx="2444700" cy="3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23">
                <a:solidFill>
                  <a:schemeClr val="lt2"/>
                </a:solidFill>
              </a:rPr>
              <a:t>Milestones</a:t>
            </a:r>
            <a:endParaRPr b="1" sz="12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23">
                <a:solidFill>
                  <a:schemeClr val="lt2"/>
                </a:solidFill>
              </a:rPr>
              <a:t>Week 6: Set up CW dynamics, define ellipsoidal KOZ</a:t>
            </a:r>
            <a:endParaRPr sz="12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23">
                <a:solidFill>
                  <a:schemeClr val="lt2"/>
                </a:solidFill>
              </a:rPr>
              <a:t>Week 7: Compute BRT using hj-reachability, verify BRT boundary, implement filter</a:t>
            </a:r>
            <a:endParaRPr sz="12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23">
                <a:solidFill>
                  <a:schemeClr val="lt2"/>
                </a:solidFill>
              </a:rPr>
              <a:t>Week 8: Build LLM prompting pipeline, run filter over all plans</a:t>
            </a:r>
            <a:endParaRPr sz="12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23">
                <a:solidFill>
                  <a:schemeClr val="lt2"/>
                </a:solidFill>
              </a:rPr>
              <a:t>Week 9: Evaluate metrics, run baseline comparisons, test edge cases (short horizon, ambiguous prompts)</a:t>
            </a:r>
            <a:endParaRPr sz="1223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23">
                <a:solidFill>
                  <a:schemeClr val="lt2"/>
                </a:solidFill>
              </a:rPr>
              <a:t>Week 10: Debugging and final testing, final report and presentation!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